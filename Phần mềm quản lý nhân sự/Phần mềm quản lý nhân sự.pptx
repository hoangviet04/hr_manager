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60973" y="763527"/>
            <a:ext cx="26575482" cy="16880746"/>
          </a:xfrm>
          <a:custGeom>
            <a:avLst/>
            <a:gdLst/>
            <a:ahLst/>
            <a:cxnLst/>
            <a:rect r="r" b="b" t="t" l="l"/>
            <a:pathLst>
              <a:path h="16880746" w="26575482">
                <a:moveTo>
                  <a:pt x="0" y="0"/>
                </a:moveTo>
                <a:lnTo>
                  <a:pt x="26575482" y="0"/>
                </a:lnTo>
                <a:lnTo>
                  <a:pt x="26575482" y="16880746"/>
                </a:lnTo>
                <a:lnTo>
                  <a:pt x="0" y="16880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40872" y="794650"/>
            <a:ext cx="26627595" cy="16331029"/>
          </a:xfrm>
          <a:custGeom>
            <a:avLst/>
            <a:gdLst/>
            <a:ahLst/>
            <a:cxnLst/>
            <a:rect r="r" b="b" t="t" l="l"/>
            <a:pathLst>
              <a:path h="16331029" w="26627595">
                <a:moveTo>
                  <a:pt x="0" y="0"/>
                </a:moveTo>
                <a:lnTo>
                  <a:pt x="26627596" y="0"/>
                </a:lnTo>
                <a:lnTo>
                  <a:pt x="26627596" y="16331029"/>
                </a:lnTo>
                <a:lnTo>
                  <a:pt x="0" y="16331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185" y="571502"/>
            <a:ext cx="27188455" cy="17144996"/>
          </a:xfrm>
          <a:custGeom>
            <a:avLst/>
            <a:gdLst/>
            <a:ahLst/>
            <a:cxnLst/>
            <a:rect r="r" b="b" t="t" l="l"/>
            <a:pathLst>
              <a:path h="17144996" w="27188455">
                <a:moveTo>
                  <a:pt x="0" y="0"/>
                </a:moveTo>
                <a:lnTo>
                  <a:pt x="27188455" y="0"/>
                </a:lnTo>
                <a:lnTo>
                  <a:pt x="27188455" y="17144996"/>
                </a:lnTo>
                <a:lnTo>
                  <a:pt x="0" y="17144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66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90190" y="969515"/>
            <a:ext cx="25961026" cy="16369514"/>
          </a:xfrm>
          <a:custGeom>
            <a:avLst/>
            <a:gdLst/>
            <a:ahLst/>
            <a:cxnLst/>
            <a:rect r="r" b="b" t="t" l="l"/>
            <a:pathLst>
              <a:path h="16369514" w="25961026">
                <a:moveTo>
                  <a:pt x="0" y="0"/>
                </a:moveTo>
                <a:lnTo>
                  <a:pt x="25961026" y="0"/>
                </a:lnTo>
                <a:lnTo>
                  <a:pt x="25961026" y="16369514"/>
                </a:lnTo>
                <a:lnTo>
                  <a:pt x="0" y="1636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0676" y="5053445"/>
            <a:ext cx="15495323" cy="10305502"/>
          </a:xfrm>
          <a:custGeom>
            <a:avLst/>
            <a:gdLst/>
            <a:ahLst/>
            <a:cxnLst/>
            <a:rect r="r" b="b" t="t" l="l"/>
            <a:pathLst>
              <a:path h="10305502" w="15495323">
                <a:moveTo>
                  <a:pt x="0" y="0"/>
                </a:moveTo>
                <a:lnTo>
                  <a:pt x="15495322" y="0"/>
                </a:lnTo>
                <a:lnTo>
                  <a:pt x="15495322" y="10305502"/>
                </a:lnTo>
                <a:lnTo>
                  <a:pt x="0" y="10305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20891" y="1125566"/>
            <a:ext cx="25643767" cy="16034532"/>
          </a:xfrm>
          <a:custGeom>
            <a:avLst/>
            <a:gdLst/>
            <a:ahLst/>
            <a:cxnLst/>
            <a:rect r="r" b="b" t="t" l="l"/>
            <a:pathLst>
              <a:path h="16034532" w="25643767">
                <a:moveTo>
                  <a:pt x="0" y="0"/>
                </a:moveTo>
                <a:lnTo>
                  <a:pt x="25643767" y="0"/>
                </a:lnTo>
                <a:lnTo>
                  <a:pt x="25643767" y="16034532"/>
                </a:lnTo>
                <a:lnTo>
                  <a:pt x="0" y="16034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6" r="0" b="-4692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72133" y="794126"/>
            <a:ext cx="25354361" cy="16699747"/>
          </a:xfrm>
          <a:custGeom>
            <a:avLst/>
            <a:gdLst/>
            <a:ahLst/>
            <a:cxnLst/>
            <a:rect r="r" b="b" t="t" l="l"/>
            <a:pathLst>
              <a:path h="16699747" w="25354361">
                <a:moveTo>
                  <a:pt x="0" y="0"/>
                </a:moveTo>
                <a:lnTo>
                  <a:pt x="25354361" y="0"/>
                </a:lnTo>
                <a:lnTo>
                  <a:pt x="25354361" y="16699748"/>
                </a:lnTo>
                <a:lnTo>
                  <a:pt x="0" y="1669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76307" y="732658"/>
            <a:ext cx="25832380" cy="16742426"/>
          </a:xfrm>
          <a:custGeom>
            <a:avLst/>
            <a:gdLst/>
            <a:ahLst/>
            <a:cxnLst/>
            <a:rect r="r" b="b" t="t" l="l"/>
            <a:pathLst>
              <a:path h="16742426" w="25832380">
                <a:moveTo>
                  <a:pt x="0" y="0"/>
                </a:moveTo>
                <a:lnTo>
                  <a:pt x="25832380" y="0"/>
                </a:lnTo>
                <a:lnTo>
                  <a:pt x="25832380" y="16742427"/>
                </a:lnTo>
                <a:lnTo>
                  <a:pt x="0" y="1674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52911" y="0"/>
            <a:ext cx="17403785" cy="18288000"/>
          </a:xfrm>
          <a:custGeom>
            <a:avLst/>
            <a:gdLst/>
            <a:ahLst/>
            <a:cxnLst/>
            <a:rect r="r" b="b" t="t" l="l"/>
            <a:pathLst>
              <a:path h="18288000" w="17403785">
                <a:moveTo>
                  <a:pt x="0" y="0"/>
                </a:moveTo>
                <a:lnTo>
                  <a:pt x="17403785" y="0"/>
                </a:lnTo>
                <a:lnTo>
                  <a:pt x="17403785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62" t="0" r="-9807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DAGqxYOT5DQ</dc:identifier>
  <dcterms:modified xsi:type="dcterms:W3CDTF">2011-08-01T06:04:30Z</dcterms:modified>
  <cp:revision>1</cp:revision>
  <dc:title>Phân tích điểm thi THPT</dc:title>
</cp:coreProperties>
</file>